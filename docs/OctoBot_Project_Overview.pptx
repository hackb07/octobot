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Master" Target="slideMasters/slideMaster1.xml"/>
  <Relationship Id="rId1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OctoBot</a:t>
            </a:r>
            <a:endParaRPr lang="en-US" sz="3100"/>
          </a:p>
        </p:txBody>
      </p:sp>
      <p:sp>
        <p:nvSpPr>
          <p:cNvPr id="5" name="TextBox 5"/>
          <p:cNvSpPr txBox="1"/>
          <p:nvPr/>
        </p:nvSpPr>
        <p:spPr>
          <a:xfrm>
            <a:off x="610000" y="92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300">
                <a:solidFill>
                  <a:srgbClr val="7FDBFF"/>
                </a:solidFill>
              </a:rPr>
              <a:t>Ratatui-powered autonomous AI operations platform</a:t>
            </a:r>
            <a:endParaRPr lang="en-US" sz="2300"/>
          </a:p>
        </p:txBody>
      </p:sp>
      <p:sp>
        <p:nvSpPr>
          <p:cNvPr id="5" name="Bullets 5"/>
          <p:cNvSpPr txBox="1"/>
          <p:nvPr/>
        </p:nvSpPr>
        <p:spPr>
          <a:xfrm>
            <a:off x="760000" y="1650000"/>
            <a:ext cx="106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Terminal-native control center for SRE, DevOps, platform, and security teams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Local-first AI agents powered by Ollama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Incident investigation, command execution, workflow automation, memory, replay, and reporting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1/16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What OctoBot Does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Centralizes operational work in a keyboard-first Ratatui TUI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Delegates tasks to planner and executor AI agents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Runs allowlisted infrastructure commands with event history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Tracks incidents, remediation approvals, reports, and explainability records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Loads YAML DAG workflows for repeatable procedures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2/16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Primary Users and Use Cases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SRE and platform teams investigating incidents without leaving the terminal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DevOps teams validating infrastructure state and workflow progress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Security reviewers auditing execution history and recovery decisions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Operators using AI-assisted RCA, log analysis, and remediation planning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3/16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Ratatui User Experience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Dashboard: health, agents, events, pending recovery, workflow, and infrastructure status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Agents: multi-agent orchestration, coordination graph, and runtime status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Incidents: active investigations and hypotheses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Research: evidence tree, knowledge graph, and explainability records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Logs, Infrastructure, Workflows, Reports, and Settings views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4/16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How To Run It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Start OctoBot with: cargo run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Use / to open command mode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Press 1-9 to switch views, Tab to cycle, ? or h for help, q to quit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Configure Ollama at runtime with: /login ollama http://localhost:11434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Optional backends: PostgreSQL, Qdrant, Docker, Kubernetes, Prometheus, Loki, OpenSearch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5/16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Core Commands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/multi-agent &lt;task&gt; - delegate to planner and executor agents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/spawn-agent research - register a dynamic AI agent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/assign &lt;agent&gt; &lt;task&gt; - assign work to an agent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/exec &lt;command&gt; - run allowlisted infrastructure checks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/investigate &lt;name&gt; - create an incident workflow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/recover &lt;service&gt; and /approve &lt;id&gt; - manage recovery approvals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/plugin add|enable|disable - manage local plugins</a:t>
            </a:r>
            <a:endParaRPr lang="en-US" sz="175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6/16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Current Architecture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Ratatui TUI and Axum API interact through an OpsEvent bus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Runtime loop coordinates agents, AI, workflows, infra integrations, remediation, and persistence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Ollama client streams local model responses and tool calls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PostgreSQL stores append-only events; Qdrant stores semantic memory when configured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State reducer powers replay, UI rendering, API state, and reporting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7/16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Completed: AI Runtime and Memory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Dynamic agent registry and runtime manager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Planner/executor architecture with multi-turn reasoning loops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Ollama integration with model health checks, streaming, token usage, and model unload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Structured tool execution for allowlisted commands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Per-agent memory context and inter-agent coordination events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8/16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Completed: Persistence and Infrastructure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PostgreSQL event persistence and historical state reconstruction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Qdrant semantic memory retrieval and incident similarity search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Docker, Kubernetes, Prometheus, Loki, OpenSearch, SSH, and PostgreSQL integrations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Infrastructure discovery, topology mapping, and dependency graph generation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9/16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Completed: Workflows, Observability, Remediation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YAML DAG workflow runtime with validation, retries, conditions, rollback, and approvals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AI log analysis, anomaly detection, root-cause hypotheses, and incident summaries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Evidence correlation, dependency impact analysis, predictive alerts, and SLO burn-rate analysis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Policy-aware remediation engine with RBAC, approval queues, recovery verification, and self-healing workflows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10/16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Completed: Replay, TUI, Plugins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Replay sessions, timeline playback, reasoning traces, audit history, and decision-chain reconstruction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Split-pane Ratatui layouts, command palette, autocomplete, keyboard shortcuts, and live event stream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Plugin trait system, native plugins, external script plugins, lifecycle manager, directory discovery, hot reload, and SDK docs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11/16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To Be Completed: Security Hardening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Zero-trust runtime security and per-agent permission isolation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Hardened command execution with stricter injection blocking, timeouts, resource limits, and isolation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Prompt injection, jailbreak, tool hijacking, hidden instruction, memory poisoning, and malicious workflow detection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Signed plugins, permission scopes, network and filesystem restrictions, quotas, and integrity validation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Local auth, RBAC, session expiration, encrypted credentials, audit logging, MFA-ready flows, and API tokens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12/16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To Be Completed: Detection and Reliability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Built-in vulnerability scanner for unsafe shell, Rust, secrets, dependencies, SQL injection, path traversal, and races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Periodic self-audits for config, dependencies, workflows, plugins, runtime permissions, memory leaks, and APIs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Threat detection for abnormal agents, suspicious workflows, privilege escalation, failed commands, prompt manipulation, loops, and exhaustion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Memory protection, cleanup, checkpointing, crash recovery, rollback recovery, rate limiting, and secure logging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13/16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To Be Completed: Security UI and Tooling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Security dashboard for threats, blocked attacks, integrity, permission violations, and vulnerability alerts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Live panels for reasoning trace, command audit, plugin monitor, resource protection, and sandbox status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Attack visualization, threat timelines, vulnerability explorer, workflow risk analysis, and event replay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Dependency scanner, port scanner, configuration analyzer, log anomaly detector, plugin analyzer, workflow validator, and sandbox inspector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14/16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Local AI Runtime Roadmap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Local-only Ollama endpoint: http://localhost:11434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Coding agent: qwen2.5-coder:7b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Planning agent: llama3.1:8b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Security reasoning agent: deepseek-r1:8b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Fast utility agent: phi4</a:t>
            </a:r>
            <a:endParaRPr lang="en-US" sz="1750"/>
          </a:p>
          <a:p>
            <a:pPr marL="342900" indent="-228600">
              <a:buChar char="•"/>
            </a:pPr>
            <a:r>
              <a:rPr lang="en-US" sz="1750">
                <a:solidFill>
                  <a:srgbClr val="E8F1F2"/>
                </a:solidFill>
              </a:rPr>
              <a:t>Dynamic model switching, streaming responses, no cloud APIs, no external providers, offline capable</a:t>
            </a:r>
            <a:endParaRPr lang="en-US" sz="175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15/16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</p:sp>
      <p:sp>
        <p:nvSpPr>
          <p:cNvPr id="3" name="Accent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Accent 4"/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10000" y="190000"/>
            <a:ext cx="100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 b="1">
                <a:solidFill>
                  <a:srgbClr val="FFFFFF"/>
                </a:solidFill>
              </a:rPr>
              <a:t>End State</a:t>
            </a:r>
            <a:endParaRPr lang="en-US" sz="3100"/>
          </a:p>
        </p:txBody>
      </p:sp>
      <p:sp>
        <p:nvSpPr>
          <p:cNvPr id="5" name="Bullets 5"/>
          <p:cNvSpPr txBox="1"/>
          <p:nvPr/>
        </p:nvSpPr>
        <p:spPr>
          <a:xfrm>
            <a:off x="760000" y="1100000"/>
            <a:ext cx="10600000" cy="5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Secure autonomous AI operations platform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Fully local-first and Ollama-powered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Capable of vulnerability detection, self-analysis, autonomous remediation, and self-protection</a:t>
            </a:r>
            <a:endParaRPr lang="en-US" sz="1900"/>
          </a:p>
          <a:p>
            <a:pPr marL="342900" indent="-228600">
              <a:buChar char="•"/>
            </a:pPr>
            <a:r>
              <a:rPr lang="en-US" sz="1900">
                <a:solidFill>
                  <a:srgbClr val="E8F1F2"/>
                </a:solidFill>
              </a:rPr>
              <a:t>Designed to protect local infrastructure, sandbox dangerous behavior, and remain stable under failure</a:t>
            </a:r>
            <a:endParaRPr lang="en-US" sz="1900"/>
          </a:p>
        </p:txBody>
      </p:sp>
      <p:sp>
        <p:nvSpPr>
          <p:cNvPr id="6" name="TextBox 6"/>
          <p:cNvSpPr txBox="1"/>
          <p:nvPr/>
        </p:nvSpPr>
        <p:spPr>
          <a:xfrm>
            <a:off x="8200000" y="6400000"/>
            <a:ext cx="32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50">
                <a:solidFill>
                  <a:srgbClr val="8FA3AD"/>
                </a:solidFill>
              </a:rPr>
              <a:t>OctoBot project overview | 16/16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toBot">
  <a:themeElements>
    <a:clrScheme name="OctoBot">
      <a:dk1>
        <a:srgbClr val="0B1320"/>
      </a:dk1>
      <a:lt1>
        <a:srgbClr val="FFFFFF"/>
      </a:lt1>
      <a:dk2>
        <a:srgbClr val="102A43"/>
      </a:dk2>
      <a:lt2>
        <a:srgbClr val="E8F1F2"/>
      </a:lt2>
      <a:accent1>
        <a:srgbClr val="00B8D9"/>
      </a:accent1>
      <a:accent2>
        <a:srgbClr val="2F80ED"/>
      </a:accent2>
      <a:accent3>
        <a:srgbClr val="27AE60"/>
      </a:accent3>
      <a:accent4>
        <a:srgbClr val="F2C94C"/>
      </a:accent4>
      <a:accent5>
        <a:srgbClr val="EB5757"/>
      </a:accent5>
      <a:accent6>
        <a:srgbClr val="9B51E0"/>
      </a:accent6>
      <a:hlink>
        <a:srgbClr val="00B8D9"/>
      </a:hlink>
      <a:folHlink>
        <a:srgbClr val="7FDBFF"/>
      </a:folHlink>
    </a:clrScheme>
    <a:fontScheme name="OctoBot">
      <a:majorFont>
        <a:latin typeface="Aptos Display"/>
      </a:majorFont>
      <a:minorFont>
        <a:latin typeface="Aptos"/>
      </a:minorFont>
    </a:fontScheme>
    <a:fmtScheme name="OctoBo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OctoBot</Application>
  <PresentationFormat>Widescreen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OctoBot Project Overview</dc:title>
  <dc:creator>Codex</dc:creator>
  <cp:lastModifiedBy>Codex</cp:lastModifiedBy>
  <dcterms:created xsi:type="dcterms:W3CDTF">2026-05-27T01:59:24Z</dcterms:created>
  <dcterms:modified xsi:type="dcterms:W3CDTF">2026-05-27T01:59:24Z</dcterms:modified>
</cp:coreProperties>
</file>